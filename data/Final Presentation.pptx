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0E1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2"/>
    <p:restoredTop sz="94632"/>
  </p:normalViewPr>
  <p:slideViewPr>
    <p:cSldViewPr snapToGrid="0">
      <p:cViewPr varScale="1">
        <p:scale>
          <a:sx n="93" d="100"/>
          <a:sy n="93" d="100"/>
        </p:scale>
        <p:origin x="2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6E4AE4-CDDE-D14B-8246-38AA3132A6AA}" type="doc">
      <dgm:prSet loTypeId="urn:microsoft.com/office/officeart/2008/layout/SquareAccent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7F9A6F-84F5-6442-82ED-4E6A5427E0D4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Unstructured text data</a:t>
          </a:r>
        </a:p>
      </dgm:t>
    </dgm:pt>
    <dgm:pt modelId="{1EDABA82-8444-6A42-9F9D-BE50B6B53C5E}" type="parTrans" cxnId="{6123DDAD-F0CC-1447-8690-ADA76B3B4437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6790F96D-5B46-6246-813D-75CA9F017F45}" type="sibTrans" cxnId="{6123DDAD-F0CC-1447-8690-ADA76B3B4437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498F103B-9AFF-A846-8858-4F99FE28047B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Irrelevant or missed articles</a:t>
          </a:r>
        </a:p>
      </dgm:t>
    </dgm:pt>
    <dgm:pt modelId="{7395175A-5F83-CF4F-8ECC-646CD5409F26}" type="parTrans" cxnId="{6DAE8B28-B29D-3E4E-88F7-D1489E5A9567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86486098-6D25-3647-8B85-D37B848FE31F}" type="sibTrans" cxnId="{6DAE8B28-B29D-3E4E-88F7-D1489E5A9567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F93F5772-3209-5C45-AF65-8114DF175D5B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Entity ambiguity</a:t>
          </a:r>
        </a:p>
      </dgm:t>
    </dgm:pt>
    <dgm:pt modelId="{58349C65-1ACA-4748-975B-828FA857907E}" type="parTrans" cxnId="{8125C5CE-BBDF-E647-B2F1-AFE9DAA33482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EFE0C63C-80F9-3142-A841-88A549878F67}" type="sibTrans" cxnId="{8125C5CE-BBDF-E647-B2F1-AFE9DAA33482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DFF7385C-B9AA-DE45-9ADA-9D94213A97A0}">
      <dgm:prSet phldrT="[Text]" custT="1"/>
      <dgm:spPr/>
      <dgm:t>
        <a:bodyPr/>
        <a:lstStyle/>
        <a:p>
          <a:pPr algn="ctr"/>
          <a:r>
            <a:rPr lang="en-US" sz="4000" b="1" dirty="0">
              <a:solidFill>
                <a:srgbClr val="666666"/>
              </a:solidFill>
            </a:rPr>
            <a:t>Approach</a:t>
          </a:r>
        </a:p>
      </dgm:t>
    </dgm:pt>
    <dgm:pt modelId="{C14C1560-C132-5440-94E5-7170F82784D7}" type="parTrans" cxnId="{CD3896E7-11B6-5848-BAC4-8AC4B6925093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F10376C9-6063-7547-87D3-F3C5774C532F}" type="sibTrans" cxnId="{CD3896E7-11B6-5848-BAC4-8AC4B6925093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3950B1CF-D11E-AC4E-88F4-E13569D3AC95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Keyword filtering</a:t>
          </a:r>
        </a:p>
      </dgm:t>
    </dgm:pt>
    <dgm:pt modelId="{C4667A40-B688-4C47-8AEA-BD0027B8B427}" type="parTrans" cxnId="{3728C8F1-CCE3-1C49-B3EF-D24C8D3B85BD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4D5FD209-394E-2B45-84DC-50B276BB87CC}" type="sibTrans" cxnId="{3728C8F1-CCE3-1C49-B3EF-D24C8D3B85BD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BE22702F-E15B-3D48-A367-E1FB8EE91094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Deduplication</a:t>
          </a:r>
        </a:p>
      </dgm:t>
    </dgm:pt>
    <dgm:pt modelId="{3A0EA0ED-B91F-CE46-A9BE-55DC5E863A25}" type="parTrans" cxnId="{59325CFE-1D9E-504C-92D3-3C6E4C2022F0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A0BA8302-0EEE-1545-8539-256DC5A56660}" type="sibTrans" cxnId="{59325CFE-1D9E-504C-92D3-3C6E4C2022F0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70445ECE-1829-A141-BE69-3CA3942EAD00}">
      <dgm:prSet phldrT="[Text]"/>
      <dgm:spPr/>
      <dgm:t>
        <a:bodyPr/>
        <a:lstStyle/>
        <a:p>
          <a:r>
            <a:rPr lang="en-US" dirty="0">
              <a:solidFill>
                <a:srgbClr val="666666"/>
              </a:solidFill>
            </a:rPr>
            <a:t>SQL queries to validate</a:t>
          </a:r>
        </a:p>
      </dgm:t>
    </dgm:pt>
    <dgm:pt modelId="{621AE6C0-8667-5C42-9A65-09B954EA2787}" type="parTrans" cxnId="{09627AAC-B33A-214E-9AC5-E7608E3B36EC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2FA07A0B-A83B-894C-81E5-DBA140BAD99D}" type="sibTrans" cxnId="{09627AAC-B33A-214E-9AC5-E7608E3B36EC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315AFABD-F0FD-AC40-9712-187ABC38A052}">
      <dgm:prSet phldrT="[Text]" custT="1"/>
      <dgm:spPr/>
      <dgm:t>
        <a:bodyPr/>
        <a:lstStyle/>
        <a:p>
          <a:pPr algn="ctr"/>
          <a:r>
            <a:rPr lang="en-US" sz="4000" b="1" dirty="0">
              <a:solidFill>
                <a:srgbClr val="666666"/>
              </a:solidFill>
            </a:rPr>
            <a:t>Challenges</a:t>
          </a:r>
        </a:p>
      </dgm:t>
    </dgm:pt>
    <dgm:pt modelId="{0309FD19-1026-9D48-8D7F-16937F2D935C}" type="sibTrans" cxnId="{64EF7E8D-865B-0144-B966-ED5F91F32401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8620781B-7DA9-154B-8684-24874ACBEDDB}" type="parTrans" cxnId="{64EF7E8D-865B-0144-B966-ED5F91F32401}">
      <dgm:prSet/>
      <dgm:spPr/>
      <dgm:t>
        <a:bodyPr/>
        <a:lstStyle/>
        <a:p>
          <a:endParaRPr lang="en-US">
            <a:solidFill>
              <a:srgbClr val="666666"/>
            </a:solidFill>
          </a:endParaRPr>
        </a:p>
      </dgm:t>
    </dgm:pt>
    <dgm:pt modelId="{F49804F9-51AF-5E43-8AAA-6876F16AF563}" type="pres">
      <dgm:prSet presAssocID="{9A6E4AE4-CDDE-D14B-8246-38AA3132A6AA}" presName="layout" presStyleCnt="0">
        <dgm:presLayoutVars>
          <dgm:chMax/>
          <dgm:chPref/>
          <dgm:dir/>
          <dgm:resizeHandles/>
        </dgm:presLayoutVars>
      </dgm:prSet>
      <dgm:spPr/>
    </dgm:pt>
    <dgm:pt modelId="{9540EB8B-B00B-3D4F-B86D-8FDECD9250FF}" type="pres">
      <dgm:prSet presAssocID="{315AFABD-F0FD-AC40-9712-187ABC38A052}" presName="root" presStyleCnt="0">
        <dgm:presLayoutVars>
          <dgm:chMax/>
          <dgm:chPref/>
        </dgm:presLayoutVars>
      </dgm:prSet>
      <dgm:spPr/>
    </dgm:pt>
    <dgm:pt modelId="{28D5291B-22F8-3546-B943-10659404A801}" type="pres">
      <dgm:prSet presAssocID="{315AFABD-F0FD-AC40-9712-187ABC38A052}" presName="rootComposite" presStyleCnt="0">
        <dgm:presLayoutVars/>
      </dgm:prSet>
      <dgm:spPr/>
    </dgm:pt>
    <dgm:pt modelId="{BD9261F9-102E-CD4C-9D32-52F82C5A9B67}" type="pres">
      <dgm:prSet presAssocID="{315AFABD-F0FD-AC40-9712-187ABC38A052}" presName="ParentAccent" presStyleLbl="alignNode1" presStyleIdx="0" presStyleCnt="2"/>
      <dgm:spPr>
        <a:solidFill>
          <a:schemeClr val="accent1"/>
        </a:solidFill>
      </dgm:spPr>
    </dgm:pt>
    <dgm:pt modelId="{0B222D99-4B2E-124E-9AE1-7FEBA1F7B392}" type="pres">
      <dgm:prSet presAssocID="{315AFABD-F0FD-AC40-9712-187ABC38A052}" presName="ParentSmallAccent" presStyleLbl="fgAcc1" presStyleIdx="0" presStyleCnt="2"/>
      <dgm:spPr/>
    </dgm:pt>
    <dgm:pt modelId="{A5310365-A307-ED4C-81F2-00F1CCD087E0}" type="pres">
      <dgm:prSet presAssocID="{315AFABD-F0FD-AC40-9712-187ABC38A052}" presName="Parent" presStyleLbl="revTx" presStyleIdx="0" presStyleCnt="8">
        <dgm:presLayoutVars>
          <dgm:chMax/>
          <dgm:chPref val="4"/>
          <dgm:bulletEnabled val="1"/>
        </dgm:presLayoutVars>
      </dgm:prSet>
      <dgm:spPr/>
    </dgm:pt>
    <dgm:pt modelId="{9132BBC6-78FB-2C4D-826C-D71911F1BBA8}" type="pres">
      <dgm:prSet presAssocID="{315AFABD-F0FD-AC40-9712-187ABC38A052}" presName="childShape" presStyleCnt="0">
        <dgm:presLayoutVars>
          <dgm:chMax val="0"/>
          <dgm:chPref val="0"/>
        </dgm:presLayoutVars>
      </dgm:prSet>
      <dgm:spPr/>
    </dgm:pt>
    <dgm:pt modelId="{1AF4FBC6-B37F-7B4A-AE05-D8C0EDE5EBE8}" type="pres">
      <dgm:prSet presAssocID="{447F9A6F-84F5-6442-82ED-4E6A5427E0D4}" presName="childComposite" presStyleCnt="0">
        <dgm:presLayoutVars>
          <dgm:chMax val="0"/>
          <dgm:chPref val="0"/>
        </dgm:presLayoutVars>
      </dgm:prSet>
      <dgm:spPr/>
    </dgm:pt>
    <dgm:pt modelId="{B0A7C7E2-A72C-CD47-9EA1-C93811D1BB41}" type="pres">
      <dgm:prSet presAssocID="{447F9A6F-84F5-6442-82ED-4E6A5427E0D4}" presName="ChildAccent" presStyleLbl="solidFgAcc1" presStyleIdx="0" presStyleCnt="6"/>
      <dgm:spPr/>
    </dgm:pt>
    <dgm:pt modelId="{9C4987D9-FE9C-534C-8062-9A99F58F9A28}" type="pres">
      <dgm:prSet presAssocID="{447F9A6F-84F5-6442-82ED-4E6A5427E0D4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F3EBE53E-0A84-4741-81E3-F5FABC3A87B8}" type="pres">
      <dgm:prSet presAssocID="{498F103B-9AFF-A846-8858-4F99FE28047B}" presName="childComposite" presStyleCnt="0">
        <dgm:presLayoutVars>
          <dgm:chMax val="0"/>
          <dgm:chPref val="0"/>
        </dgm:presLayoutVars>
      </dgm:prSet>
      <dgm:spPr/>
    </dgm:pt>
    <dgm:pt modelId="{14CAC7E8-6E3E-4449-8C78-C4F2592D0518}" type="pres">
      <dgm:prSet presAssocID="{498F103B-9AFF-A846-8858-4F99FE28047B}" presName="ChildAccent" presStyleLbl="solidFgAcc1" presStyleIdx="1" presStyleCnt="6"/>
      <dgm:spPr/>
    </dgm:pt>
    <dgm:pt modelId="{F29C58F4-10CD-094C-9FB4-FAC0715DA466}" type="pres">
      <dgm:prSet presAssocID="{498F103B-9AFF-A846-8858-4F99FE28047B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DE403C52-F8AC-C349-BCA6-626CA81BCB4F}" type="pres">
      <dgm:prSet presAssocID="{F93F5772-3209-5C45-AF65-8114DF175D5B}" presName="childComposite" presStyleCnt="0">
        <dgm:presLayoutVars>
          <dgm:chMax val="0"/>
          <dgm:chPref val="0"/>
        </dgm:presLayoutVars>
      </dgm:prSet>
      <dgm:spPr/>
    </dgm:pt>
    <dgm:pt modelId="{013F0B73-9353-1A42-8A0B-82253F74F401}" type="pres">
      <dgm:prSet presAssocID="{F93F5772-3209-5C45-AF65-8114DF175D5B}" presName="ChildAccent" presStyleLbl="solidFgAcc1" presStyleIdx="2" presStyleCnt="6"/>
      <dgm:spPr/>
    </dgm:pt>
    <dgm:pt modelId="{CEC9983E-4D35-0E43-A302-4B3929ADAEAB}" type="pres">
      <dgm:prSet presAssocID="{F93F5772-3209-5C45-AF65-8114DF175D5B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D57ABF76-45A1-0642-950D-CF7F3A8FDEE6}" type="pres">
      <dgm:prSet presAssocID="{DFF7385C-B9AA-DE45-9ADA-9D94213A97A0}" presName="root" presStyleCnt="0">
        <dgm:presLayoutVars>
          <dgm:chMax/>
          <dgm:chPref/>
        </dgm:presLayoutVars>
      </dgm:prSet>
      <dgm:spPr/>
    </dgm:pt>
    <dgm:pt modelId="{953DEF70-9BF1-1040-8F56-2D71AC8E5B3F}" type="pres">
      <dgm:prSet presAssocID="{DFF7385C-B9AA-DE45-9ADA-9D94213A97A0}" presName="rootComposite" presStyleCnt="0">
        <dgm:presLayoutVars/>
      </dgm:prSet>
      <dgm:spPr/>
    </dgm:pt>
    <dgm:pt modelId="{A9225A0F-4ECF-6845-B471-CC5D04A672CD}" type="pres">
      <dgm:prSet presAssocID="{DFF7385C-B9AA-DE45-9ADA-9D94213A97A0}" presName="ParentAccent" presStyleLbl="alignNode1" presStyleIdx="1" presStyleCnt="2"/>
      <dgm:spPr>
        <a:solidFill>
          <a:schemeClr val="accent1"/>
        </a:solidFill>
      </dgm:spPr>
    </dgm:pt>
    <dgm:pt modelId="{A6E2081E-7B9C-4F4A-84F4-9E4C7488E1E6}" type="pres">
      <dgm:prSet presAssocID="{DFF7385C-B9AA-DE45-9ADA-9D94213A97A0}" presName="ParentSmallAccent" presStyleLbl="fgAcc1" presStyleIdx="1" presStyleCnt="2"/>
      <dgm:spPr/>
    </dgm:pt>
    <dgm:pt modelId="{A290DAD9-4095-7149-8218-DDC013A60B98}" type="pres">
      <dgm:prSet presAssocID="{DFF7385C-B9AA-DE45-9ADA-9D94213A97A0}" presName="Parent" presStyleLbl="revTx" presStyleIdx="4" presStyleCnt="8">
        <dgm:presLayoutVars>
          <dgm:chMax/>
          <dgm:chPref val="4"/>
          <dgm:bulletEnabled val="1"/>
        </dgm:presLayoutVars>
      </dgm:prSet>
      <dgm:spPr/>
    </dgm:pt>
    <dgm:pt modelId="{FE0AE603-5B84-D140-AD17-FD540A39C5FF}" type="pres">
      <dgm:prSet presAssocID="{DFF7385C-B9AA-DE45-9ADA-9D94213A97A0}" presName="childShape" presStyleCnt="0">
        <dgm:presLayoutVars>
          <dgm:chMax val="0"/>
          <dgm:chPref val="0"/>
        </dgm:presLayoutVars>
      </dgm:prSet>
      <dgm:spPr/>
    </dgm:pt>
    <dgm:pt modelId="{46B4BD75-7C00-3744-BB8E-6F90D04B24B5}" type="pres">
      <dgm:prSet presAssocID="{3950B1CF-D11E-AC4E-88F4-E13569D3AC95}" presName="childComposite" presStyleCnt="0">
        <dgm:presLayoutVars>
          <dgm:chMax val="0"/>
          <dgm:chPref val="0"/>
        </dgm:presLayoutVars>
      </dgm:prSet>
      <dgm:spPr/>
    </dgm:pt>
    <dgm:pt modelId="{55B36AD2-EE1A-1046-BD7C-1F87B75EBDA7}" type="pres">
      <dgm:prSet presAssocID="{3950B1CF-D11E-AC4E-88F4-E13569D3AC95}" presName="ChildAccent" presStyleLbl="solidFgAcc1" presStyleIdx="3" presStyleCnt="6"/>
      <dgm:spPr/>
    </dgm:pt>
    <dgm:pt modelId="{41326913-B04E-6147-AB04-5104DB239A1A}" type="pres">
      <dgm:prSet presAssocID="{3950B1CF-D11E-AC4E-88F4-E13569D3AC95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5B89D39A-A931-1646-9612-248EC8415355}" type="pres">
      <dgm:prSet presAssocID="{BE22702F-E15B-3D48-A367-E1FB8EE91094}" presName="childComposite" presStyleCnt="0">
        <dgm:presLayoutVars>
          <dgm:chMax val="0"/>
          <dgm:chPref val="0"/>
        </dgm:presLayoutVars>
      </dgm:prSet>
      <dgm:spPr/>
    </dgm:pt>
    <dgm:pt modelId="{028F0CEC-6D61-3D42-95AB-AC3328617CB4}" type="pres">
      <dgm:prSet presAssocID="{BE22702F-E15B-3D48-A367-E1FB8EE91094}" presName="ChildAccent" presStyleLbl="solidFgAcc1" presStyleIdx="4" presStyleCnt="6"/>
      <dgm:spPr/>
    </dgm:pt>
    <dgm:pt modelId="{BDA59DD5-02DA-A645-AA02-B09261BC7FD4}" type="pres">
      <dgm:prSet presAssocID="{BE22702F-E15B-3D48-A367-E1FB8EE91094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A24F6C1E-44DC-9347-9EE9-188A3FE2B6BC}" type="pres">
      <dgm:prSet presAssocID="{70445ECE-1829-A141-BE69-3CA3942EAD00}" presName="childComposite" presStyleCnt="0">
        <dgm:presLayoutVars>
          <dgm:chMax val="0"/>
          <dgm:chPref val="0"/>
        </dgm:presLayoutVars>
      </dgm:prSet>
      <dgm:spPr/>
    </dgm:pt>
    <dgm:pt modelId="{FD7D3BBF-3F74-9742-B8D3-0F3BD23D6F8B}" type="pres">
      <dgm:prSet presAssocID="{70445ECE-1829-A141-BE69-3CA3942EAD00}" presName="ChildAccent" presStyleLbl="solidFgAcc1" presStyleIdx="5" presStyleCnt="6"/>
      <dgm:spPr/>
    </dgm:pt>
    <dgm:pt modelId="{6D68DE49-0952-D648-B60B-087D8601CED3}" type="pres">
      <dgm:prSet presAssocID="{70445ECE-1829-A141-BE69-3CA3942EAD00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DDA23A01-68B6-C841-95B3-2702F1DEF913}" type="presOf" srcId="{9A6E4AE4-CDDE-D14B-8246-38AA3132A6AA}" destId="{F49804F9-51AF-5E43-8AAA-6876F16AF563}" srcOrd="0" destOrd="0" presId="urn:microsoft.com/office/officeart/2008/layout/SquareAccentList"/>
    <dgm:cxn modelId="{C9F0890B-2653-024F-8518-82C8DDC8130C}" type="presOf" srcId="{3950B1CF-D11E-AC4E-88F4-E13569D3AC95}" destId="{41326913-B04E-6147-AB04-5104DB239A1A}" srcOrd="0" destOrd="0" presId="urn:microsoft.com/office/officeart/2008/layout/SquareAccentList"/>
    <dgm:cxn modelId="{7B232314-9BD8-C546-B4F4-F729456B2D35}" type="presOf" srcId="{F93F5772-3209-5C45-AF65-8114DF175D5B}" destId="{CEC9983E-4D35-0E43-A302-4B3929ADAEAB}" srcOrd="0" destOrd="0" presId="urn:microsoft.com/office/officeart/2008/layout/SquareAccentList"/>
    <dgm:cxn modelId="{457B1B17-E723-6945-B922-259E945DE49D}" type="presOf" srcId="{70445ECE-1829-A141-BE69-3CA3942EAD00}" destId="{6D68DE49-0952-D648-B60B-087D8601CED3}" srcOrd="0" destOrd="0" presId="urn:microsoft.com/office/officeart/2008/layout/SquareAccentList"/>
    <dgm:cxn modelId="{6DAE8B28-B29D-3E4E-88F7-D1489E5A9567}" srcId="{315AFABD-F0FD-AC40-9712-187ABC38A052}" destId="{498F103B-9AFF-A846-8858-4F99FE28047B}" srcOrd="1" destOrd="0" parTransId="{7395175A-5F83-CF4F-8ECC-646CD5409F26}" sibTransId="{86486098-6D25-3647-8B85-D37B848FE31F}"/>
    <dgm:cxn modelId="{9FF3564B-0BCB-4548-B55B-C644A7346E91}" type="presOf" srcId="{315AFABD-F0FD-AC40-9712-187ABC38A052}" destId="{A5310365-A307-ED4C-81F2-00F1CCD087E0}" srcOrd="0" destOrd="0" presId="urn:microsoft.com/office/officeart/2008/layout/SquareAccentList"/>
    <dgm:cxn modelId="{34DAC252-ED49-3E42-A845-B3BE7852B8E3}" type="presOf" srcId="{447F9A6F-84F5-6442-82ED-4E6A5427E0D4}" destId="{9C4987D9-FE9C-534C-8062-9A99F58F9A28}" srcOrd="0" destOrd="0" presId="urn:microsoft.com/office/officeart/2008/layout/SquareAccentList"/>
    <dgm:cxn modelId="{64EF7E8D-865B-0144-B966-ED5F91F32401}" srcId="{9A6E4AE4-CDDE-D14B-8246-38AA3132A6AA}" destId="{315AFABD-F0FD-AC40-9712-187ABC38A052}" srcOrd="0" destOrd="0" parTransId="{8620781B-7DA9-154B-8684-24874ACBEDDB}" sibTransId="{0309FD19-1026-9D48-8D7F-16937F2D935C}"/>
    <dgm:cxn modelId="{09627AAC-B33A-214E-9AC5-E7608E3B36EC}" srcId="{DFF7385C-B9AA-DE45-9ADA-9D94213A97A0}" destId="{70445ECE-1829-A141-BE69-3CA3942EAD00}" srcOrd="2" destOrd="0" parTransId="{621AE6C0-8667-5C42-9A65-09B954EA2787}" sibTransId="{2FA07A0B-A83B-894C-81E5-DBA140BAD99D}"/>
    <dgm:cxn modelId="{6123DDAD-F0CC-1447-8690-ADA76B3B4437}" srcId="{315AFABD-F0FD-AC40-9712-187ABC38A052}" destId="{447F9A6F-84F5-6442-82ED-4E6A5427E0D4}" srcOrd="0" destOrd="0" parTransId="{1EDABA82-8444-6A42-9F9D-BE50B6B53C5E}" sibTransId="{6790F96D-5B46-6246-813D-75CA9F017F45}"/>
    <dgm:cxn modelId="{767143CB-BCF1-B743-BEF3-FA093FE653CB}" type="presOf" srcId="{DFF7385C-B9AA-DE45-9ADA-9D94213A97A0}" destId="{A290DAD9-4095-7149-8218-DDC013A60B98}" srcOrd="0" destOrd="0" presId="urn:microsoft.com/office/officeart/2008/layout/SquareAccentList"/>
    <dgm:cxn modelId="{8125C5CE-BBDF-E647-B2F1-AFE9DAA33482}" srcId="{315AFABD-F0FD-AC40-9712-187ABC38A052}" destId="{F93F5772-3209-5C45-AF65-8114DF175D5B}" srcOrd="2" destOrd="0" parTransId="{58349C65-1ACA-4748-975B-828FA857907E}" sibTransId="{EFE0C63C-80F9-3142-A841-88A549878F67}"/>
    <dgm:cxn modelId="{CD3896E7-11B6-5848-BAC4-8AC4B6925093}" srcId="{9A6E4AE4-CDDE-D14B-8246-38AA3132A6AA}" destId="{DFF7385C-B9AA-DE45-9ADA-9D94213A97A0}" srcOrd="1" destOrd="0" parTransId="{C14C1560-C132-5440-94E5-7170F82784D7}" sibTransId="{F10376C9-6063-7547-87D3-F3C5774C532F}"/>
    <dgm:cxn modelId="{2E7A59E8-C652-EB49-9018-06D00BBDF2AC}" type="presOf" srcId="{498F103B-9AFF-A846-8858-4F99FE28047B}" destId="{F29C58F4-10CD-094C-9FB4-FAC0715DA466}" srcOrd="0" destOrd="0" presId="urn:microsoft.com/office/officeart/2008/layout/SquareAccentList"/>
    <dgm:cxn modelId="{3728C8F1-CCE3-1C49-B3EF-D24C8D3B85BD}" srcId="{DFF7385C-B9AA-DE45-9ADA-9D94213A97A0}" destId="{3950B1CF-D11E-AC4E-88F4-E13569D3AC95}" srcOrd="0" destOrd="0" parTransId="{C4667A40-B688-4C47-8AEA-BD0027B8B427}" sibTransId="{4D5FD209-394E-2B45-84DC-50B276BB87CC}"/>
    <dgm:cxn modelId="{38CEBEF5-7D53-4B42-825C-F0AEC8BF9F60}" type="presOf" srcId="{BE22702F-E15B-3D48-A367-E1FB8EE91094}" destId="{BDA59DD5-02DA-A645-AA02-B09261BC7FD4}" srcOrd="0" destOrd="0" presId="urn:microsoft.com/office/officeart/2008/layout/SquareAccentList"/>
    <dgm:cxn modelId="{59325CFE-1D9E-504C-92D3-3C6E4C2022F0}" srcId="{DFF7385C-B9AA-DE45-9ADA-9D94213A97A0}" destId="{BE22702F-E15B-3D48-A367-E1FB8EE91094}" srcOrd="1" destOrd="0" parTransId="{3A0EA0ED-B91F-CE46-A9BE-55DC5E863A25}" sibTransId="{A0BA8302-0EEE-1545-8539-256DC5A56660}"/>
    <dgm:cxn modelId="{F8EB7149-F697-B94B-BA35-A350CDAADC0D}" type="presParOf" srcId="{F49804F9-51AF-5E43-8AAA-6876F16AF563}" destId="{9540EB8B-B00B-3D4F-B86D-8FDECD9250FF}" srcOrd="0" destOrd="0" presId="urn:microsoft.com/office/officeart/2008/layout/SquareAccentList"/>
    <dgm:cxn modelId="{DCD97D35-65BE-DB4C-BACF-5E83D6E7CE3C}" type="presParOf" srcId="{9540EB8B-B00B-3D4F-B86D-8FDECD9250FF}" destId="{28D5291B-22F8-3546-B943-10659404A801}" srcOrd="0" destOrd="0" presId="urn:microsoft.com/office/officeart/2008/layout/SquareAccentList"/>
    <dgm:cxn modelId="{A6CAD0BA-6A60-6047-876B-F6E00A68DFD4}" type="presParOf" srcId="{28D5291B-22F8-3546-B943-10659404A801}" destId="{BD9261F9-102E-CD4C-9D32-52F82C5A9B67}" srcOrd="0" destOrd="0" presId="urn:microsoft.com/office/officeart/2008/layout/SquareAccentList"/>
    <dgm:cxn modelId="{A770A09F-8951-AF40-A681-F76199F23F32}" type="presParOf" srcId="{28D5291B-22F8-3546-B943-10659404A801}" destId="{0B222D99-4B2E-124E-9AE1-7FEBA1F7B392}" srcOrd="1" destOrd="0" presId="urn:microsoft.com/office/officeart/2008/layout/SquareAccentList"/>
    <dgm:cxn modelId="{42E3B189-EE9B-7446-BBD8-2AA280EAEC22}" type="presParOf" srcId="{28D5291B-22F8-3546-B943-10659404A801}" destId="{A5310365-A307-ED4C-81F2-00F1CCD087E0}" srcOrd="2" destOrd="0" presId="urn:microsoft.com/office/officeart/2008/layout/SquareAccentList"/>
    <dgm:cxn modelId="{220FFE41-1FDD-1748-A515-70DA3D90A10A}" type="presParOf" srcId="{9540EB8B-B00B-3D4F-B86D-8FDECD9250FF}" destId="{9132BBC6-78FB-2C4D-826C-D71911F1BBA8}" srcOrd="1" destOrd="0" presId="urn:microsoft.com/office/officeart/2008/layout/SquareAccentList"/>
    <dgm:cxn modelId="{3182F8E6-2C65-5140-8973-2B96540F816E}" type="presParOf" srcId="{9132BBC6-78FB-2C4D-826C-D71911F1BBA8}" destId="{1AF4FBC6-B37F-7B4A-AE05-D8C0EDE5EBE8}" srcOrd="0" destOrd="0" presId="urn:microsoft.com/office/officeart/2008/layout/SquareAccentList"/>
    <dgm:cxn modelId="{F6B6A907-78F3-8145-899B-AF5BA413925C}" type="presParOf" srcId="{1AF4FBC6-B37F-7B4A-AE05-D8C0EDE5EBE8}" destId="{B0A7C7E2-A72C-CD47-9EA1-C93811D1BB41}" srcOrd="0" destOrd="0" presId="urn:microsoft.com/office/officeart/2008/layout/SquareAccentList"/>
    <dgm:cxn modelId="{1B3639AA-2B64-A04A-A976-FEA34B5AE13C}" type="presParOf" srcId="{1AF4FBC6-B37F-7B4A-AE05-D8C0EDE5EBE8}" destId="{9C4987D9-FE9C-534C-8062-9A99F58F9A28}" srcOrd="1" destOrd="0" presId="urn:microsoft.com/office/officeart/2008/layout/SquareAccentList"/>
    <dgm:cxn modelId="{9FEE48F3-8CE4-154C-AF8A-EEE00CF3F843}" type="presParOf" srcId="{9132BBC6-78FB-2C4D-826C-D71911F1BBA8}" destId="{F3EBE53E-0A84-4741-81E3-F5FABC3A87B8}" srcOrd="1" destOrd="0" presId="urn:microsoft.com/office/officeart/2008/layout/SquareAccentList"/>
    <dgm:cxn modelId="{29D8BBD4-5283-664A-AB6F-89F773BEB8DD}" type="presParOf" srcId="{F3EBE53E-0A84-4741-81E3-F5FABC3A87B8}" destId="{14CAC7E8-6E3E-4449-8C78-C4F2592D0518}" srcOrd="0" destOrd="0" presId="urn:microsoft.com/office/officeart/2008/layout/SquareAccentList"/>
    <dgm:cxn modelId="{DCD09BAD-C0ED-2C4F-AE66-352BDC27E799}" type="presParOf" srcId="{F3EBE53E-0A84-4741-81E3-F5FABC3A87B8}" destId="{F29C58F4-10CD-094C-9FB4-FAC0715DA466}" srcOrd="1" destOrd="0" presId="urn:microsoft.com/office/officeart/2008/layout/SquareAccentList"/>
    <dgm:cxn modelId="{8F0EBFA4-90D6-AF49-9AA9-5C09F6070327}" type="presParOf" srcId="{9132BBC6-78FB-2C4D-826C-D71911F1BBA8}" destId="{DE403C52-F8AC-C349-BCA6-626CA81BCB4F}" srcOrd="2" destOrd="0" presId="urn:microsoft.com/office/officeart/2008/layout/SquareAccentList"/>
    <dgm:cxn modelId="{535DB54F-E9E9-5444-9DB6-301338886D94}" type="presParOf" srcId="{DE403C52-F8AC-C349-BCA6-626CA81BCB4F}" destId="{013F0B73-9353-1A42-8A0B-82253F74F401}" srcOrd="0" destOrd="0" presId="urn:microsoft.com/office/officeart/2008/layout/SquareAccentList"/>
    <dgm:cxn modelId="{2850C2FC-931F-3B4F-994F-E333A2B55B96}" type="presParOf" srcId="{DE403C52-F8AC-C349-BCA6-626CA81BCB4F}" destId="{CEC9983E-4D35-0E43-A302-4B3929ADAEAB}" srcOrd="1" destOrd="0" presId="urn:microsoft.com/office/officeart/2008/layout/SquareAccentList"/>
    <dgm:cxn modelId="{AF6C2F97-3ADB-0942-854A-60305B05300A}" type="presParOf" srcId="{F49804F9-51AF-5E43-8AAA-6876F16AF563}" destId="{D57ABF76-45A1-0642-950D-CF7F3A8FDEE6}" srcOrd="1" destOrd="0" presId="urn:microsoft.com/office/officeart/2008/layout/SquareAccentList"/>
    <dgm:cxn modelId="{497BD329-1B1C-F341-B377-8CB185876260}" type="presParOf" srcId="{D57ABF76-45A1-0642-950D-CF7F3A8FDEE6}" destId="{953DEF70-9BF1-1040-8F56-2D71AC8E5B3F}" srcOrd="0" destOrd="0" presId="urn:microsoft.com/office/officeart/2008/layout/SquareAccentList"/>
    <dgm:cxn modelId="{E0C7F27C-C587-B24A-8DB5-C8780CD210DC}" type="presParOf" srcId="{953DEF70-9BF1-1040-8F56-2D71AC8E5B3F}" destId="{A9225A0F-4ECF-6845-B471-CC5D04A672CD}" srcOrd="0" destOrd="0" presId="urn:microsoft.com/office/officeart/2008/layout/SquareAccentList"/>
    <dgm:cxn modelId="{61208708-E052-FB45-896F-0C66806548A2}" type="presParOf" srcId="{953DEF70-9BF1-1040-8F56-2D71AC8E5B3F}" destId="{A6E2081E-7B9C-4F4A-84F4-9E4C7488E1E6}" srcOrd="1" destOrd="0" presId="urn:microsoft.com/office/officeart/2008/layout/SquareAccentList"/>
    <dgm:cxn modelId="{F6EFF575-D767-6A49-8F45-A58159ADB8E1}" type="presParOf" srcId="{953DEF70-9BF1-1040-8F56-2D71AC8E5B3F}" destId="{A290DAD9-4095-7149-8218-DDC013A60B98}" srcOrd="2" destOrd="0" presId="urn:microsoft.com/office/officeart/2008/layout/SquareAccentList"/>
    <dgm:cxn modelId="{AE1A75BB-AD15-034D-BA2B-CA7A86825010}" type="presParOf" srcId="{D57ABF76-45A1-0642-950D-CF7F3A8FDEE6}" destId="{FE0AE603-5B84-D140-AD17-FD540A39C5FF}" srcOrd="1" destOrd="0" presId="urn:microsoft.com/office/officeart/2008/layout/SquareAccentList"/>
    <dgm:cxn modelId="{230A07BE-B3D1-D346-9604-9CC7680D5872}" type="presParOf" srcId="{FE0AE603-5B84-D140-AD17-FD540A39C5FF}" destId="{46B4BD75-7C00-3744-BB8E-6F90D04B24B5}" srcOrd="0" destOrd="0" presId="urn:microsoft.com/office/officeart/2008/layout/SquareAccentList"/>
    <dgm:cxn modelId="{7EC9E423-ECE2-A741-92AF-C2A15D9645C0}" type="presParOf" srcId="{46B4BD75-7C00-3744-BB8E-6F90D04B24B5}" destId="{55B36AD2-EE1A-1046-BD7C-1F87B75EBDA7}" srcOrd="0" destOrd="0" presId="urn:microsoft.com/office/officeart/2008/layout/SquareAccentList"/>
    <dgm:cxn modelId="{700786B4-30AD-3340-A07A-D7DA9B4C8E93}" type="presParOf" srcId="{46B4BD75-7C00-3744-BB8E-6F90D04B24B5}" destId="{41326913-B04E-6147-AB04-5104DB239A1A}" srcOrd="1" destOrd="0" presId="urn:microsoft.com/office/officeart/2008/layout/SquareAccentList"/>
    <dgm:cxn modelId="{E747EFF2-7F1B-024F-BA04-DECBC062836C}" type="presParOf" srcId="{FE0AE603-5B84-D140-AD17-FD540A39C5FF}" destId="{5B89D39A-A931-1646-9612-248EC8415355}" srcOrd="1" destOrd="0" presId="urn:microsoft.com/office/officeart/2008/layout/SquareAccentList"/>
    <dgm:cxn modelId="{E8B3C0B0-DB53-7842-986E-A5EE0DE22DBC}" type="presParOf" srcId="{5B89D39A-A931-1646-9612-248EC8415355}" destId="{028F0CEC-6D61-3D42-95AB-AC3328617CB4}" srcOrd="0" destOrd="0" presId="urn:microsoft.com/office/officeart/2008/layout/SquareAccentList"/>
    <dgm:cxn modelId="{043306B8-C078-C242-A2BB-D240D8DD9CBE}" type="presParOf" srcId="{5B89D39A-A931-1646-9612-248EC8415355}" destId="{BDA59DD5-02DA-A645-AA02-B09261BC7FD4}" srcOrd="1" destOrd="0" presId="urn:microsoft.com/office/officeart/2008/layout/SquareAccentList"/>
    <dgm:cxn modelId="{B82C5ABF-70AE-6F4E-8BC8-F247F3879972}" type="presParOf" srcId="{FE0AE603-5B84-D140-AD17-FD540A39C5FF}" destId="{A24F6C1E-44DC-9347-9EE9-188A3FE2B6BC}" srcOrd="2" destOrd="0" presId="urn:microsoft.com/office/officeart/2008/layout/SquareAccentList"/>
    <dgm:cxn modelId="{1E203BF8-0E3A-C348-8131-BF47FF05604B}" type="presParOf" srcId="{A24F6C1E-44DC-9347-9EE9-188A3FE2B6BC}" destId="{FD7D3BBF-3F74-9742-B8D3-0F3BD23D6F8B}" srcOrd="0" destOrd="0" presId="urn:microsoft.com/office/officeart/2008/layout/SquareAccentList"/>
    <dgm:cxn modelId="{63606100-1B48-494E-B3DC-7D53DC1EF0F8}" type="presParOf" srcId="{A24F6C1E-44DC-9347-9EE9-188A3FE2B6BC}" destId="{6D68DE49-0952-D648-B60B-087D8601CED3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261F9-102E-CD4C-9D32-52F82C5A9B67}">
      <dsp:nvSpPr>
        <dsp:cNvPr id="0" name=""/>
        <dsp:cNvSpPr/>
      </dsp:nvSpPr>
      <dsp:spPr>
        <a:xfrm>
          <a:off x="4636" y="992615"/>
          <a:ext cx="4696688" cy="55255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22D99-4B2E-124E-9AE1-7FEBA1F7B392}">
      <dsp:nvSpPr>
        <dsp:cNvPr id="0" name=""/>
        <dsp:cNvSpPr/>
      </dsp:nvSpPr>
      <dsp:spPr>
        <a:xfrm>
          <a:off x="4636" y="1200131"/>
          <a:ext cx="345035" cy="3450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10365-A307-ED4C-81F2-00F1CCD087E0}">
      <dsp:nvSpPr>
        <dsp:cNvPr id="0" name=""/>
        <dsp:cNvSpPr/>
      </dsp:nvSpPr>
      <dsp:spPr>
        <a:xfrm>
          <a:off x="4636" y="0"/>
          <a:ext cx="4696688" cy="992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rgbClr val="666666"/>
              </a:solidFill>
            </a:rPr>
            <a:t>Challenges</a:t>
          </a:r>
        </a:p>
      </dsp:txBody>
      <dsp:txXfrm>
        <a:off x="4636" y="0"/>
        <a:ext cx="4696688" cy="992615"/>
      </dsp:txXfrm>
    </dsp:sp>
    <dsp:sp modelId="{B0A7C7E2-A72C-CD47-9EA1-C93811D1BB41}">
      <dsp:nvSpPr>
        <dsp:cNvPr id="0" name=""/>
        <dsp:cNvSpPr/>
      </dsp:nvSpPr>
      <dsp:spPr>
        <a:xfrm>
          <a:off x="4636" y="2004398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4987D9-FE9C-534C-8062-9A99F58F9A28}">
      <dsp:nvSpPr>
        <dsp:cNvPr id="0" name=""/>
        <dsp:cNvSpPr/>
      </dsp:nvSpPr>
      <dsp:spPr>
        <a:xfrm>
          <a:off x="333405" y="1774782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Unstructured text data</a:t>
          </a:r>
        </a:p>
      </dsp:txBody>
      <dsp:txXfrm>
        <a:off x="333405" y="1774782"/>
        <a:ext cx="4367920" cy="804259"/>
      </dsp:txXfrm>
    </dsp:sp>
    <dsp:sp modelId="{14CAC7E8-6E3E-4449-8C78-C4F2592D0518}">
      <dsp:nvSpPr>
        <dsp:cNvPr id="0" name=""/>
        <dsp:cNvSpPr/>
      </dsp:nvSpPr>
      <dsp:spPr>
        <a:xfrm>
          <a:off x="4636" y="2808658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C58F4-10CD-094C-9FB4-FAC0715DA466}">
      <dsp:nvSpPr>
        <dsp:cNvPr id="0" name=""/>
        <dsp:cNvSpPr/>
      </dsp:nvSpPr>
      <dsp:spPr>
        <a:xfrm>
          <a:off x="333405" y="2579042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Irrelevant or missed articles</a:t>
          </a:r>
        </a:p>
      </dsp:txBody>
      <dsp:txXfrm>
        <a:off x="333405" y="2579042"/>
        <a:ext cx="4367920" cy="804259"/>
      </dsp:txXfrm>
    </dsp:sp>
    <dsp:sp modelId="{013F0B73-9353-1A42-8A0B-82253F74F401}">
      <dsp:nvSpPr>
        <dsp:cNvPr id="0" name=""/>
        <dsp:cNvSpPr/>
      </dsp:nvSpPr>
      <dsp:spPr>
        <a:xfrm>
          <a:off x="4636" y="3612917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9983E-4D35-0E43-A302-4B3929ADAEAB}">
      <dsp:nvSpPr>
        <dsp:cNvPr id="0" name=""/>
        <dsp:cNvSpPr/>
      </dsp:nvSpPr>
      <dsp:spPr>
        <a:xfrm>
          <a:off x="333405" y="3383301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Entity ambiguity</a:t>
          </a:r>
        </a:p>
      </dsp:txBody>
      <dsp:txXfrm>
        <a:off x="333405" y="3383301"/>
        <a:ext cx="4367920" cy="804259"/>
      </dsp:txXfrm>
    </dsp:sp>
    <dsp:sp modelId="{A9225A0F-4ECF-6845-B471-CC5D04A672CD}">
      <dsp:nvSpPr>
        <dsp:cNvPr id="0" name=""/>
        <dsp:cNvSpPr/>
      </dsp:nvSpPr>
      <dsp:spPr>
        <a:xfrm>
          <a:off x="4936160" y="992615"/>
          <a:ext cx="4696688" cy="552551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2081E-7B9C-4F4A-84F4-9E4C7488E1E6}">
      <dsp:nvSpPr>
        <dsp:cNvPr id="0" name=""/>
        <dsp:cNvSpPr/>
      </dsp:nvSpPr>
      <dsp:spPr>
        <a:xfrm>
          <a:off x="4936160" y="1200131"/>
          <a:ext cx="345035" cy="3450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0DAD9-4095-7149-8218-DDC013A60B98}">
      <dsp:nvSpPr>
        <dsp:cNvPr id="0" name=""/>
        <dsp:cNvSpPr/>
      </dsp:nvSpPr>
      <dsp:spPr>
        <a:xfrm>
          <a:off x="4936160" y="0"/>
          <a:ext cx="4696688" cy="992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solidFill>
                <a:srgbClr val="666666"/>
              </a:solidFill>
            </a:rPr>
            <a:t>Approach</a:t>
          </a:r>
        </a:p>
      </dsp:txBody>
      <dsp:txXfrm>
        <a:off x="4936160" y="0"/>
        <a:ext cx="4696688" cy="992615"/>
      </dsp:txXfrm>
    </dsp:sp>
    <dsp:sp modelId="{55B36AD2-EE1A-1046-BD7C-1F87B75EBDA7}">
      <dsp:nvSpPr>
        <dsp:cNvPr id="0" name=""/>
        <dsp:cNvSpPr/>
      </dsp:nvSpPr>
      <dsp:spPr>
        <a:xfrm>
          <a:off x="4936160" y="2004398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26913-B04E-6147-AB04-5104DB239A1A}">
      <dsp:nvSpPr>
        <dsp:cNvPr id="0" name=""/>
        <dsp:cNvSpPr/>
      </dsp:nvSpPr>
      <dsp:spPr>
        <a:xfrm>
          <a:off x="5264928" y="1774782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Keyword filtering</a:t>
          </a:r>
        </a:p>
      </dsp:txBody>
      <dsp:txXfrm>
        <a:off x="5264928" y="1774782"/>
        <a:ext cx="4367920" cy="804259"/>
      </dsp:txXfrm>
    </dsp:sp>
    <dsp:sp modelId="{028F0CEC-6D61-3D42-95AB-AC3328617CB4}">
      <dsp:nvSpPr>
        <dsp:cNvPr id="0" name=""/>
        <dsp:cNvSpPr/>
      </dsp:nvSpPr>
      <dsp:spPr>
        <a:xfrm>
          <a:off x="4936160" y="2808658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59DD5-02DA-A645-AA02-B09261BC7FD4}">
      <dsp:nvSpPr>
        <dsp:cNvPr id="0" name=""/>
        <dsp:cNvSpPr/>
      </dsp:nvSpPr>
      <dsp:spPr>
        <a:xfrm>
          <a:off x="5264928" y="2579042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Deduplication</a:t>
          </a:r>
        </a:p>
      </dsp:txBody>
      <dsp:txXfrm>
        <a:off x="5264928" y="2579042"/>
        <a:ext cx="4367920" cy="804259"/>
      </dsp:txXfrm>
    </dsp:sp>
    <dsp:sp modelId="{FD7D3BBF-3F74-9742-B8D3-0F3BD23D6F8B}">
      <dsp:nvSpPr>
        <dsp:cNvPr id="0" name=""/>
        <dsp:cNvSpPr/>
      </dsp:nvSpPr>
      <dsp:spPr>
        <a:xfrm>
          <a:off x="4936160" y="3612917"/>
          <a:ext cx="345027" cy="34502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8DE49-0952-D648-B60B-087D8601CED3}">
      <dsp:nvSpPr>
        <dsp:cNvPr id="0" name=""/>
        <dsp:cNvSpPr/>
      </dsp:nvSpPr>
      <dsp:spPr>
        <a:xfrm>
          <a:off x="5264928" y="3383301"/>
          <a:ext cx="4367920" cy="804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666666"/>
              </a:solidFill>
            </a:rPr>
            <a:t>SQL queries to validate</a:t>
          </a:r>
        </a:p>
      </dsp:txBody>
      <dsp:txXfrm>
        <a:off x="5264928" y="3383301"/>
        <a:ext cx="4367920" cy="804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9B72-4C84-0723-31FA-91BA225D1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09B0C-FD8E-E4E5-7C60-FCA9FE00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F1A8-BC77-44CB-1D11-C8010009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5AA62-71BC-AB75-0566-19F8FCF1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23227-7019-12EB-79A8-D8987BA9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8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D71C-4827-FDE3-E415-C9E43F9B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7C40-F46C-458F-42BE-E22813614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725E5-8EF8-39B3-325B-AD70D6AF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39FE7-D817-E029-F4C7-B764E304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1BA55-C248-2EE0-C1EB-C53CD1A1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5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F805-7992-F60C-ED36-ABBD50F66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D2807-1F5C-8B78-AD52-9FEC06665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497B5-D679-9A1B-7974-9B85DA81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C51FC-BFD8-266C-CD4B-2502819E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B83C-6054-8287-75A3-B52821B8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586C-D2CF-6E11-9FF2-B6B703BA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781D-4ABE-3609-5D53-EB46704FF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8E43A-2705-8375-83E9-D5B9E369C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51C6A-2900-C6FB-102D-F09F08F05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624D8-6107-BD9F-DD3D-6B42CA22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64872-5F4B-68C8-5E9D-F92CF1CE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5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AC0A-EA99-A5FA-32F0-CCA65319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EE65A-0CE5-6F07-3973-0325A22A0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80DE7-9B1E-E16E-8EAF-151D36C1F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E99C5-1D7F-3FA8-456E-33A087D26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5C7C6-A077-7C66-20B0-9F336F6EE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7ED88-12D8-A46B-323D-FC172F71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6F2F9-6645-083D-1D83-E7A65D29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80465-1FB2-1EE6-0D44-FCFBD21D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2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4098-A14D-28D0-FC88-CB505772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A5D35-EC8E-8F9F-4C9A-0EF4490B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3084D-61F8-2EB3-2735-0245F4D3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A326-45F0-C892-DF37-64317527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539ED-663B-9402-7FFF-D139065B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8FA60A-B80C-DEF6-6808-8608C21E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8E3AF-41B6-00B1-4D1B-FAD5880B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0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D68A-9BDF-1B99-A96D-1682A1D8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E937-17CB-D4B6-6CFC-6835CC486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783BC-75AC-6B77-7FF8-1B8264C1C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4CB59-7C39-1240-1E26-5C2AA3BB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12453-DFF8-0A98-A5A1-678E8394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FB086-A7BD-58A6-71F5-F9482C46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8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5760-7284-D7C9-6927-18437AAD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5F2B7-C61B-A883-3C45-97CE9A402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2AAAE-DD36-404B-096B-9B7A2E848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A93C1-7BE1-C684-BA80-955FB3CC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B3221-6127-D4F7-AFD8-45889223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C077A-ECD7-EDF5-243C-C052F79A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4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7F78-DE2A-60D8-B5DD-5E7F3C24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4B268-AE7A-AB7F-C783-03F1B9F9B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4F517-318C-3B30-03AB-502CFB60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7EE21-B8BC-3D1C-3FED-BC6F6F7D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5593A-1999-1661-65F0-6840D1CE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2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BBA1-A8C4-B390-B204-E06E1D8C8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1DC20-A237-6B56-47AF-C2576D09D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BA20A-BA94-B3CE-0121-677768C7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6E1C5-3D32-7F3D-CB04-552AA0B1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E9908-D23B-0B51-5B87-4CCC0FAE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4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E1DEA-9BCC-6C4B-35E3-31BE50D9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2FB7-0407-DE72-800F-01B6CE28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2C709-C824-CA86-AA26-0BDB3BC4B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C4A5A-3E68-C440-8B45-C29D12CB672B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E5D7C-D264-6E4B-E2A0-19D8731BE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9DF4-04A5-C754-C0E7-F1DA8EBD1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00005-3391-344E-B789-9E753B2E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0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5404-E6CA-3479-52E8-5533F48A59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ASTRAWATCH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B60F9-1F7E-0CDC-4DEE-95325ABD2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Monitoring Global Space and Space Security Developments</a:t>
            </a:r>
          </a:p>
          <a:p>
            <a:endParaRPr lang="en-US" b="1" dirty="0">
              <a:solidFill>
                <a:srgbClr val="666666"/>
              </a:solidFill>
            </a:endParaRPr>
          </a:p>
          <a:p>
            <a:r>
              <a:rPr lang="en-US" dirty="0">
                <a:solidFill>
                  <a:srgbClr val="666666"/>
                </a:solidFill>
              </a:rPr>
              <a:t>Rachel Manis | 18 January 2026</a:t>
            </a:r>
          </a:p>
        </p:txBody>
      </p:sp>
    </p:spTree>
    <p:extLst>
      <p:ext uri="{BB962C8B-B14F-4D97-AF65-F5344CB8AC3E}">
        <p14:creationId xmlns:p14="http://schemas.microsoft.com/office/powerpoint/2010/main" val="344213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E36D1-4E4C-95B2-97B2-6198A699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BB0A-4BDC-9F33-BD1B-F5142187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C0103-0A6C-316D-DEF5-67F84FA3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Scope: Global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Time Period: November 2025 – January 2026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Data Souces: Open-source space security news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Data Approach: Ingestion | Processing | Analysis |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6290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62263-2E84-4545-7856-D9D9E616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DCB6-C206-1625-10CE-DDFA8DAD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SOLUTION AND 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94EE7-F585-5967-93B1-397D66222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666666"/>
                </a:solidFill>
              </a:rPr>
              <a:t>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D83CA-444C-DBB4-D305-719AFBE1AC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End-to-end data pipeline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Structured categorization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Interactive dashboard</a:t>
            </a:r>
          </a:p>
          <a:p>
            <a:pPr>
              <a:lnSpc>
                <a:spcPct val="200000"/>
              </a:lnSpc>
            </a:pPr>
            <a:endParaRPr lang="en-US" b="1" dirty="0">
              <a:solidFill>
                <a:srgbClr val="666666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CCC5F-2988-6A81-F1EE-B4BD03BCD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666666"/>
                </a:solidFill>
              </a:rPr>
              <a:t>Benefits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439C7-31B7-6624-60EA-6A486CC700D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Trend identification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Situational awareness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Drill-down analysis</a:t>
            </a:r>
          </a:p>
          <a:p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29DE5D-2909-2BDC-B4C1-A7C7094C9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Trend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Situational awareness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Drill-down analysis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06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8545E-66BA-9BD8-3081-6904F7D5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828D-3DBD-F58D-CE9C-26CF0E3F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917C2-8915-4A9C-D15D-EAE14CCC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Intel Analysts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 Growing Body of Space Security Researchers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Policy and Security Professionals (Sensitization)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73941E-F581-C563-EBDC-4781BB3E5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target audience or potential users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how your project caters to their needs or interests.</a:t>
            </a:r>
          </a:p>
        </p:txBody>
      </p:sp>
    </p:spTree>
    <p:extLst>
      <p:ext uri="{BB962C8B-B14F-4D97-AF65-F5344CB8AC3E}">
        <p14:creationId xmlns:p14="http://schemas.microsoft.com/office/powerpoint/2010/main" val="400741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3C5C3-5561-EB75-38BF-9921A55F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EBB-5914-CCBB-203E-E48BFB71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DEMONSTRATION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2BC367-4725-923C-FFE9-7D9E876D0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target audience or potential users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how your project caters to their needs or interests.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9E4CBE-8EFB-7637-7ECE-E79D2CC64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0426" y="1378857"/>
            <a:ext cx="8489768" cy="5306106"/>
          </a:xfrm>
        </p:spPr>
      </p:pic>
    </p:spTree>
    <p:extLst>
      <p:ext uri="{BB962C8B-B14F-4D97-AF65-F5344CB8AC3E}">
        <p14:creationId xmlns:p14="http://schemas.microsoft.com/office/powerpoint/2010/main" val="55479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B959A-09A9-E7C2-D4E2-4736BA79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DC4C-CD58-7273-1244-AE1C7903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IMPLEMENTATION EXPERIENCE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85E425-5F12-0EFA-91CB-519C3439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target audience or potential users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how your project caters to their needs or interests.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4194E35-C907-2D3C-DFD3-98BE0CDFEC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28308"/>
              </p:ext>
            </p:extLst>
          </p:nvPr>
        </p:nvGraphicFramePr>
        <p:xfrm>
          <a:off x="1277257" y="1690688"/>
          <a:ext cx="963748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126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E4E9D-39E6-E7CC-EB8E-C1F42B6F7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19E3-BEDB-553D-74FF-0E3D6C65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45F87-0118-6163-80D7-75A96DA4A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Automated updates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NLP-based entity recognition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6666"/>
                </a:solidFill>
              </a:rPr>
              <a:t>Expanded risk indicators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FE89D6-D8B6-5C0F-9AAD-AEE976300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target audience or potential users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how your project caters to their needs or interests.</a:t>
            </a:r>
          </a:p>
        </p:txBody>
      </p:sp>
    </p:spTree>
    <p:extLst>
      <p:ext uri="{BB962C8B-B14F-4D97-AF65-F5344CB8AC3E}">
        <p14:creationId xmlns:p14="http://schemas.microsoft.com/office/powerpoint/2010/main" val="99523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D89B8-F8F9-EDBF-9FD3-CE912D30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883F-57FE-182D-E1A8-AD956965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6666"/>
                </a:solidFill>
              </a:rPr>
              <a:t>ASTRAWATCH TAKEAWAYS: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B1B18-497C-FE57-5B85-86A955D66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solidFill>
                  <a:srgbClr val="666666"/>
                </a:solidFill>
              </a:rPr>
              <a:t>- Successfully demonstrates how open-source data can be transformed into actionable space-security insights.</a:t>
            </a:r>
          </a:p>
          <a:p>
            <a:pPr>
              <a:lnSpc>
                <a:spcPct val="200000"/>
              </a:lnSpc>
              <a:buFontTx/>
              <a:buChar char="-"/>
            </a:pPr>
            <a:r>
              <a:rPr lang="en-US" b="1" dirty="0">
                <a:solidFill>
                  <a:srgbClr val="666666"/>
                </a:solidFill>
              </a:rPr>
              <a:t>Ready for ongoing monitoring.</a:t>
            </a:r>
          </a:p>
          <a:p>
            <a:pPr>
              <a:lnSpc>
                <a:spcPct val="200000"/>
              </a:lnSpc>
              <a:buFontTx/>
              <a:buChar char="-"/>
            </a:pPr>
            <a:r>
              <a:rPr lang="en-US" b="1" dirty="0">
                <a:solidFill>
                  <a:srgbClr val="666666"/>
                </a:solidFill>
              </a:rPr>
              <a:t>Capable of easily integrating new extensions</a:t>
            </a:r>
          </a:p>
          <a:p>
            <a:pPr marL="0" indent="0">
              <a:lnSpc>
                <a:spcPct val="200000"/>
              </a:lnSpc>
              <a:buNone/>
            </a:pPr>
            <a:endParaRPr lang="en-US" b="1" dirty="0">
              <a:solidFill>
                <a:srgbClr val="666666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CF543B-103B-F29A-BA49-BF012ED6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target audience or potential users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how your project caters to their needs or interests.</a:t>
            </a:r>
          </a:p>
        </p:txBody>
      </p:sp>
    </p:spTree>
    <p:extLst>
      <p:ext uri="{BB962C8B-B14F-4D97-AF65-F5344CB8AC3E}">
        <p14:creationId xmlns:p14="http://schemas.microsoft.com/office/powerpoint/2010/main" val="287837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06bed3f-efae-4d70-a15b-866bb27c918d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255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ASTRAWATCH</vt:lpstr>
      <vt:lpstr>PROJECT OVERVIEW</vt:lpstr>
      <vt:lpstr>SOLUTION AND BENEFITS</vt:lpstr>
      <vt:lpstr>TARGET AUDIENCE</vt:lpstr>
      <vt:lpstr>DEMONSTRATION</vt:lpstr>
      <vt:lpstr>IMPLEMENTATION EXPERIENCE</vt:lpstr>
      <vt:lpstr>FUTURE ENHANCEMENTS</vt:lpstr>
      <vt:lpstr>ASTRAWATCH TAKEAWAYS: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Manis</dc:creator>
  <cp:lastModifiedBy>Rachel Manis</cp:lastModifiedBy>
  <cp:revision>3</cp:revision>
  <dcterms:created xsi:type="dcterms:W3CDTF">2026-01-18T13:31:11Z</dcterms:created>
  <dcterms:modified xsi:type="dcterms:W3CDTF">2026-01-18T13:58:53Z</dcterms:modified>
</cp:coreProperties>
</file>